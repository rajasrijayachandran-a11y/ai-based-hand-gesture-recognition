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Hand Gesture Recognition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Project presentation draft</a:t>
            </a:r>
          </a:p>
          <a:p>
            <a:pPr>
              <a:defRPr sz="2200"/>
            </a:pPr>
            <a:r>
              <a:t>Rajasri J. | ECE Department</a:t>
            </a:r>
          </a:p>
          <a:p>
            <a:pPr>
              <a:defRPr sz="2200"/>
            </a:pPr>
            <a:r>
              <a:t>Dhanalakshmi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Recognize predefined hand gestures</a:t>
            </a:r>
          </a:p>
          <a:p>
            <a:pPr>
              <a:defRPr sz="2200"/>
            </a:pPr>
            <a:r>
              <a:t>Map hand landmarks to gesture labels</a:t>
            </a:r>
          </a:p>
          <a:p>
            <a:pPr>
              <a:defRPr sz="2200"/>
            </a:pPr>
            <a:r>
              <a:t>Support clear and consistent interaction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Collect labelled gesture samples</a:t>
            </a:r>
          </a:p>
          <a:p>
            <a:pPr>
              <a:defRPr sz="2200"/>
            </a:pPr>
            <a:r>
              <a:t>Preprocess landmark features</a:t>
            </a:r>
          </a:p>
          <a:p>
            <a:pPr>
              <a:defRPr sz="2200"/>
            </a:pPr>
            <a:r>
              <a:t>Train a classifier</a:t>
            </a:r>
          </a:p>
          <a:p>
            <a:pPr>
              <a:defRPr sz="2200"/>
            </a:pPr>
            <a:r>
              <a:t>Evaluate on held-out test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and pandas</a:t>
            </a:r>
          </a:p>
          <a:p>
            <a:pPr>
              <a:defRPr sz="2200"/>
            </a:pPr>
            <a:r>
              <a:t>scikit-learn Random Forest</a:t>
            </a:r>
          </a:p>
          <a:p>
            <a:pPr>
              <a:defRPr sz="2200"/>
            </a:pPr>
            <a:r>
              <a:t>Matplotlib for visualizations</a:t>
            </a:r>
          </a:p>
          <a:p>
            <a:pPr>
              <a:defRPr sz="2200"/>
            </a:pPr>
            <a:r>
              <a:t>OpenCV / MediaPipe for camera landmarks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</a:t>
            </a:r>
          </a:p>
          <a:p>
            <a:pPr>
              <a:defRPr sz="2200"/>
            </a:pPr>
            <a:r>
              <a:t>Precision</a:t>
            </a:r>
          </a:p>
          <a:p>
            <a:pPr>
              <a:defRPr sz="2200"/>
            </a:pPr>
            <a:r>
              <a:t>Recall</a:t>
            </a:r>
          </a:p>
          <a:p>
            <a:pPr>
              <a:defRPr sz="2200"/>
            </a:pPr>
            <a:r>
              <a:t>F1-score</a:t>
            </a:r>
          </a:p>
          <a:p>
            <a:pPr>
              <a:defRPr sz="2200"/>
            </a:pPr>
            <a:r>
              <a:t>Confusion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Notebook template is provided</a:t>
            </a:r>
          </a:p>
          <a:p>
            <a:pPr>
              <a:defRPr sz="2200"/>
            </a:pPr>
            <a:r>
              <a:t>Real labelled CSV dataset is required</a:t>
            </a:r>
          </a:p>
          <a:p>
            <a:pPr>
              <a:defRPr sz="2200"/>
            </a:pPr>
            <a:r>
              <a:t>Metrics must be generated by running the notebook</a:t>
            </a:r>
          </a:p>
          <a:p>
            <a:pPr>
              <a:defRPr sz="2200"/>
            </a:pPr>
            <a:r>
              <a:t>Live webcam integration requires compatible landmark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Increase dataset diversity</a:t>
            </a:r>
          </a:p>
          <a:p>
            <a:pPr>
              <a:defRPr sz="2200"/>
            </a:pPr>
            <a:r>
              <a:t>Add real-time prediction</a:t>
            </a:r>
          </a:p>
          <a:p>
            <a:pPr>
              <a:defRPr sz="2200"/>
            </a:pPr>
            <a:r>
              <a:t>Test across lighting and hand orientations</a:t>
            </a:r>
          </a:p>
          <a:p>
            <a:pPr>
              <a:defRPr sz="2200"/>
            </a:pPr>
            <a:r>
              <a:t>Optional Streamlit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Landmark-based gesture recognition is feasible with labelled data</a:t>
            </a:r>
          </a:p>
          <a:p>
            <a:pPr>
              <a:defRPr sz="2200"/>
            </a:pPr>
            <a:r>
              <a:t>Next step: run training and record measured evaluation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